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5400" b="1">
                <a:solidFill>
                  <a:srgbClr val="10B981"/>
                </a:solidFill>
                <a:latin typeface="Arial"/>
              </a:defRPr>
            </a:pPr>
            <a:r>
              <a:t>AGRISHARE AI</a:t>
            </a:r>
          </a:p>
          <a:p>
            <a:pPr algn="ctr">
              <a:spcBef>
                <a:spcPts val="1400"/>
              </a:spcBef>
              <a:defRPr sz="2400" b="1">
                <a:solidFill>
                  <a:srgbClr val="FFFFFF"/>
                </a:solidFill>
                <a:latin typeface="Arial"/>
              </a:defRPr>
            </a:pPr>
            <a:r>
              <a:t>Airbnb &amp; Uber for Agricultural Machinery</a:t>
            </a:r>
          </a:p>
          <a:p>
            <a:pPr algn="ctr">
              <a:spcBef>
                <a:spcPts val="10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A Premium Sharing Economy &amp; Artificial Intelligence Platform for Modern Farming</a:t>
            </a:r>
          </a:p>
          <a:p>
            <a:pPr algn="ctr">
              <a:spcBef>
                <a:spcPts val="45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Built on Node.js, Express, React, and MongoDB Atlas | Powered by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The Agricultural Sharing Economy Revolution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949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937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Core Mission &amp; Value Proposition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Connect farm equipment owners with local growers seeking temporary machinery leases.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Monetize idle high-capital tractors, harvesters, seeders, and rotavators.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Reduce capital expenditure barriers for smallholder and medium-scale farmers.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Elevate regional agricultural yield output through prompt mechanization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3949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8135" y="1600200"/>
            <a:ext cx="4937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AI-Driven Optimization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Google Gemini recommendation matcher analyzes soil, crop, and activity inputs.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Smart pricing engine dynamically scales fees using local demand and volume buffers.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Weather-aware operational warnings protect soil compaction and harvesting moisture.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SaaS analytics portals provide transaction summaries and cooperative demand indicators.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The Problem Statement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Key Agricultural Capital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Asset Underutilization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Farm machinery remains parked and idle for 75-80% of the calendar year.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Equipment owners suffer heavy depreciation losses and high maintenance overheads.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No platform exists to easily locate near-neighbor machine assets.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8030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86630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High Entry CapEx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Small/medium growers cannot afford upfront tractor or harvester capital costs.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Relying on manual labor delays tillage, sowing, and harvesting.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Yield quality degrades due to lack of standard mechanization.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59775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8375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Market Inefficiencies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Lack of pricing transparency leads to price gouging during peak harvest times.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No coordination between weather cycles and machinery bookings.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Insecure booking ledgers lead to user trust disputes.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The AgriShare AI Solution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Bridging the Gap via Sharing Economy &amp;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For Farmers (Renters)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Discover available machinery nearby using responsive spatial discovery.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Request bookings and schedule tilling/harvesting with active calendars.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Receive automated crop guides, weather warnings, and price valuations.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8030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86630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For Equipment Owners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List agricultural machinery with daily and hourly rates.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Receive and manage incoming rental requests in one centralized portal.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Earn consistent secondary income on underutilized hardware assets.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59775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8375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For System Admins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Track transaction velocity, rental completions, and platform commission rates.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Manage disputes, review user reports, and resolve safety escalations.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Leverage demand heatmaps to evaluate regional machinery shortages.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Platform Ecosystem &amp; Roles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Centralized Management &amp; Portals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3017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Farmer Dashboard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Bookings logs showing confirming status updates.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Gemini recommendation console.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Active cancellation pathways.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Advisories matched with the local weather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8030" y="137160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86630" y="1600200"/>
            <a:ext cx="3017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Owner Dashboard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Machinery portfolios highlighting active assets.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Incoming booking check controls (Accept, Complete, Cancel).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Earnings statistics: total bookings count and revenue summaries.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59775" y="137160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8375" y="1600200"/>
            <a:ext cx="3017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Admin Dashboard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High-density system statistics.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Farming category revenue splits.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Seasonal booking distributions.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Global dispute records and platform compliance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Core Platform Features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High-Fidelity Operations &amp; Interface 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Spatial Asset Map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Translates regional pincodes into coordinate coordinates.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Integrates interactive Leaflet fallback canvas.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Plots equipment listing markers with custom details windows.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8030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86630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Booking Calendars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Custom monthly calendar grid displays on details view.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Disables dates that overlap with confirmed bookings.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Prevents double-booking clashes dynamically.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59775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8375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Notifications &amp; Logs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Fires automated notifications on bookings updates.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Simulates Twilio WhatsApp reminders to a background log.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Maintains a complete audit history for compliance check.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AI Crop &amp; Equipment Matcher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Custom Mechanization Schedules powered by Google Gemini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949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937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Gemini 1.5 Flash Integration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Parses Crop Type, Land Area (acres), and Farming Activity.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Queries Google Generative AI to design customized equipment suggestions.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Outlines timelines (days), daily rate ranges, and detailed advice reasons.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Strict JSON schema guarantees safe payload parsing.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3949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8135" y="1600200"/>
            <a:ext cx="4937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Rule-Engine Fallback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Protects user experience in case of network drops or API limit caps.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Deterministic local logic calculates values based on regional crop types.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Adjusts daily timelines and base pricing quotes dynamically.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Ensures consistent uptime and platform reliability.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AI Dynamic Price Estimator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Real-Time Pricing engine with Dynamic Adjustments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949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937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Dynamic Demand Surcharge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Estimator scans nearby bookings for same machinery category in the target pincode.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Live local booking density increases surcharge pricing dynamically.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Multiplier scales up to +30% based on active resource constraints.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Protects owner margins during peak seasonal surges.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3949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8135" y="1600200"/>
            <a:ext cx="4937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Volume &amp; Bulk Discounts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Encourages long-term rentals with automated discount milestones.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Applies 5% bulk discount for bookings exceeding 3 rental days.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Applies 10% bulk discount for bookings exceeding 7 rental days.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Provides clear calculations showing base, surcharge, and savings.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AI Weather Operations Planner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Weather-Aware Agricultural Decision Support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949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937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Deterministic Geocoder Offsets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Pincodes translate to coordinates via a deterministic sin-based mathematical offset.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Unique pincodes in the same region map to slightly different, stable locations.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Ensures weather queries are unique for every pincode.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Provides stable mapping without random coordinate fluctuations.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3949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8135" y="1600200"/>
            <a:ext cx="4937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Compatibility Advisories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Fetches forecast datasets to evaluate weather compatibility.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Farming score (0-100%) rates tillage and harvesting conditions.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Warnings trigger automatically if rain probability exceeds 65%.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Advisories advise delaying tilling to protect soil from compaction.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Technical Stack &amp;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Modern MERN Platform Blueprint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949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937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Frontend Framework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React (Vite template) + JavaScript.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Tailwind CSS styling engine for fluid components.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Lucide React icon typography library.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Unified multi-lingual localization supporting English, Hindi, Kannada, Telugu.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3949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8135" y="1600200"/>
            <a:ext cx="4937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Backend &amp; Infrastructure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Node.js &amp; Express.js server engine.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MongoDB Atlas cloud storage + Mongoose models.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Secure HTTP-only cookie JWT session token keys.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Helmet header security + Express Rate-Limit protection.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Jest &amp; Supertest automated validation suites.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Business Model &amp; Market Play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Capitalizing on the Agricultural Mechanization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Rental Commissions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Charge a 5-10% service commission on all completed transactions.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Collected automatically during booking settlement.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Low-friction revenue tied directly to transaction velocity.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8030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86630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Premium Machinery Slots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Owners pay micro-credits to sponsor machinery listings.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Sponsors rank higher in search discovery results.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Increases asset utilization and booking conversion 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59775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8375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Cooperatives SaaS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Provide analytics subscriptions to farming cooperatives.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Offers predictive demand data, fuel tracking, and machinery schedules.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Generates predictable recurring monthly revenue.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Future Development Roadmap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Expanding AgriShare AI's Technological Reach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IoT &amp; GPS Telemetry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Integrate hardware tracking units on listed tractors.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Track live GPS location, engine runtime, and fuel consumption.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Automates pricing based on actual mechanical engine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8030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86630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Financial Micro-Lending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Partner with rural banking institutions to offer credit lines.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Growers lease equipment using future harvest yields as collateral.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Automated smart-contract payment structures.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59775" y="164592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8375" y="187452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Cooperative Fuel Sharing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Enable peer-to-peer sharing of bulk fuel allocations.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Helps growers lock in low pricing during peak harvest periods.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Strengthens localized agricultural cooperatives.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10B981"/>
                </a:solidFill>
                <a:latin typeface="Arial"/>
              </a:defRPr>
            </a:pPr>
            <a:r>
              <a:t>Cultivating a Shared Future</a:t>
            </a:r>
          </a:p>
          <a:p>
            <a:pPr algn="ctr">
              <a:spcBef>
                <a:spcPts val="20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AgriShare AI modernizes agricultural rental infrastructure. By pairing the sharing economy with generative AI models and local weather intelligence, we make farming scalable, affordable, and highly productive.</a:t>
            </a:r>
          </a:p>
          <a:p>
            <a:pPr algn="ctr">
              <a:spcBef>
                <a:spcPts val="3600"/>
              </a:spcBef>
              <a:defRPr sz="2400" b="1">
                <a:solidFill>
                  <a:srgbClr val="FFFFFF"/>
                </a:solidFill>
                <a:latin typeface="Arial"/>
              </a:defRPr>
            </a:pPr>
            <a:r>
              <a:t>Thank You! Questions &amp; Answers</a:t>
            </a:r>
          </a:p>
          <a:p>
            <a:pPr algn="ctr">
              <a:spcBef>
                <a:spcPts val="10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Contact: info@agrishare.com | github.com/rudrakshi99/SIH2022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